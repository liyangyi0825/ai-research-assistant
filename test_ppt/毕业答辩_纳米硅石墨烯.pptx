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感谢各位评委老师莅临指导！本次汇报题目是纳米硅/石墨烯粉体的自组装及锂电负极性能研究，指导教师是王恭凯研究员。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传统石墨负极材料存在诸多限制，特别是在新能源汽车和便携式电子设备等领域，对高能量密度电池的需求日益迫切，因此探索新型负极材料成为研究重点。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纳米硅具有超高理论容量，是石墨的十倍以上，但严重的体积膨胀问题限制了其实际应用。如何在保持高容量的同时解决体积膨胀是当前研究的核心难题。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石墨烯作为二维碳材料，不仅能提供优异的导电性，其高机械强度还能有效抑制硅颗粒的破碎，通过复合可实现优势互补，构建高性能负极材料。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本研究创新性地运用喷雾干燥自组装技术，通过调控工艺参数特别是固含量，制备出形貌可控的核壳复合材料，旨在平衡高容量与循环稳定性。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制备过程分三步：首先通过超声获得均匀分散的混合浆料，然后喷雾干燥形成微球结构，最后高温热处理强化界面结合。关键参数的精确控制是获得理想结构的保障。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采用多种表征手段全面评价材料性能：扫描电镜揭示微观结构，电化学测试考察实际应用性能，通过系统分析建立结构与性能的关联。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SEM分析显示固含量是调控形貌的关键参数。低浓度下颗粒分散均匀但负载量低，高浓度虽提升负载量但易团聚。粒径统计数据证实了浓度与颗粒大小的正相关关系。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面负载量测试表明提高固含量能有效增加活性物质负载，有利于提升能量密度。但需注意过高浓度导致的分散性问题，需在负载量与结构均匀性间寻求最佳平衡点。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循环测试揭示了浓度对性能的双重影响：低浓度样品导电网络好但机械强度不足，高浓度样品虽初期内阻大但致密结构在长循环中显示优势，证明了结构稳定性的重要性。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恒流充放电曲线反映了材料的电化学行为。电压平台差异大说明SEI膜形成消耗锂源，后期衰减提示界面副反应需优化，这为进一步改进提供了方向。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倍率性能测试验证了石墨烯复合的有效性。材料在不同电流密度下均保持高库伦效率，说明离子和电子传导通道畅通，快充性能优异，适合实际应用需求。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研究成功证明了喷雾干燥自组装技术的可行性，明确了固含量对材料形貌和性能的调控规律，为设计高性能硅基负极提供了新思路和实验依据。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未来工作将聚焦于进一步优化工艺参数，通过表面改性、电解液优化等手段提升循环寿命，并开展规模化制备研究，推动纳米硅/石墨烯复合材料的实际应用。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感谢各位评委老师的聆听，欢迎提问交流！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880360"/>
            <a:ext cx="6400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纳米硅/石墨烯粉体的自组装及锂电负极性能研究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材料物理专业本科毕业论文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汇报人：李洋溢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2793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指导教师：王恭凯 研究员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2025年6月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83280" y="914400"/>
            <a:ext cx="411480" cy="4114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868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 研究背景与意义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411480" cy="4114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783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 实验方法与表征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411480" cy="4114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697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 结果分析与讨论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3657600"/>
            <a:ext cx="411480" cy="4114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 结论与展望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2359152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锂离子电池负极材料的挑战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石墨负极容量低，仅372 mAh/g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难以满足高能量密度需求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充放电速率慢，接近析锂电位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急需开发新型负极材料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纳米硅材料的优势与问题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理论比容量高达4200 mAh/g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锂离子扩散距离短，反应速度快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充放电过程体积膨胀达300%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导致材料破碎和循环性能衰减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石墨烯复合的解决方案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石墨烯具有极高导电性和机械强度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比表面积达2630 m²/g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可缓冲硅的体积膨胀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构建稳定导电网络提升性能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研究目标与创新点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采用喷雾干燥法实现自组装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构建纳米硅/石墨烯核壳结构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调控固含量优化材料形貌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提升负极材料综合电化学性能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2359152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实验方法与表征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材料制备流程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超声分散：硅/石墨烯质量比1:1~5:1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喷雾干燥：固含量30~100 mg/mL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进料速率6 mL/min，温度150~200℃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惰性气氛热处理800~1000℃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结构与性能表征方法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SEM分析材料形貌和粒径分布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循环性能测试评估容量保持率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GCD曲线表征充放电平台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倍率性能测试不同电流密度表现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2359152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结果分析与讨论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固含量对形貌的影响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低浓度30 mg/mL：颗粒分散，粒径约2 μm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高浓度100 mg/mL：出现团聚，粒径&gt;5 μm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浓度升高比表面积减小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D90粒径随浓度增加呈上升趋势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面负载量与浓度关系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面负载量随固含量提升而增加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mg/mL负载量约0.8 mg/cm²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mg/mL负载量达2.0 mg/cm²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高浓度分散性下降影响均匀性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循环稳定性分析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前20次循环容量快速衰减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低浓度初期稳定，后期衰减快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mg/mL初期衰减快但后期稳定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高致密结构缓解纳米硅破碎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GCD曲线特征分析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放电过程电压快速下降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复合材料内阻较大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首次循环不可逆容量损失明显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第3次循环后电压衰减加剧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倍率性能表现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0.1~2 A/g电流密度下测试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保持较高库伦效率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高倍率下容量保持率良好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证明导电网络有效性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2359152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成功制备核壳结构复合微球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固含量是关键调控参数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需平衡负载量与结构均匀性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石墨烯有效提升综合性能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研究展望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6128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优化固含量寻找最佳配比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19760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2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改善界面副反应抑制容量衰减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3392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8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探索表面包覆增强稳定性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推进材料产业化应用研究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108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欢迎提问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2026-06-14T19:06:39Z</dcterms:created>
  <dcterms:modified xsi:type="dcterms:W3CDTF">2026-06-14T19:06:39Z</dcterms:modified>
</cp:coreProperties>
</file>